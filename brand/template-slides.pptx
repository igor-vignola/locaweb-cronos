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" y="457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548640" y="15544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Previsão de incidentes</a:t>
            </a:r>
            <a:endParaRPr lang="en-US" sz="36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 tendências operacionais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Challenge FIAP 2026 · Locaweb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VEJA ANTES. AJA ANTES.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0" y="43891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 Super Data Bros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IDENTIFICAÇÃO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 Super Data Bros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Turma 2TSCOA · Challenge FIAP 2026 · Locaweb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74320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7F7F7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7432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 Beatriz Costa de Oliveira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RM561310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38328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7F7F7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Hygor Abrantes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0" y="33832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RM565063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F7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4023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Igor Vignola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11480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RM561428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· CONTEXTO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Contextualização do problema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457200" y="21031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Lorem ipsum dolor sit amet, consectetur adipiscing elit. Sed do eiusmod tempor incididunt ut labore et dolore magna aliqua. Ut enim ad minim veniam, quis nostrud exercitation ullamco laboris.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3474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7F7F7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122.543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45720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Incidentes em 3 anos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3474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7F7F7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85%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320040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Abertos por monitoramento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943600" y="347472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F7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35204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248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5943600" y="4114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OLAs violados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02 · PROBLEMA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 problema a ser resolvido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F7F7F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Operação reativa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Lorem ipsum dolor sit amet, consectetur adipiscing elit sed do.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0" y="21945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F7F7F7"/>
          </a:solidFill>
          <a:ln/>
        </p:spPr>
      </p:sp>
      <p:sp>
        <p:nvSpPr>
          <p:cNvPr id="10" name="Text 7"/>
          <p:cNvSpPr/>
          <p:nvPr/>
        </p:nvSpPr>
        <p:spPr>
          <a:xfrm>
            <a:off x="33832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Ruído operacional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383280" y="2834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Ut enim ad minim veniam, quis nostrud exercitation ullamco.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943600" y="2194560"/>
            <a:ext cx="2468880" cy="2194560"/>
          </a:xfrm>
          <a:prstGeom prst="roundRect">
            <a:avLst>
              <a:gd name="adj" fmla="val 4167"/>
            </a:avLst>
          </a:prstGeom>
          <a:solidFill>
            <a:srgbClr val="F7F7F7"/>
          </a:solidFill>
          <a:ln/>
        </p:spPr>
      </p:sp>
      <p:sp>
        <p:nvSpPr>
          <p:cNvPr id="13" name="Text 10"/>
          <p:cNvSpPr/>
          <p:nvPr/>
        </p:nvSpPr>
        <p:spPr>
          <a:xfrm>
            <a:off x="612648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Risco nos KPIs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28346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Duis aute irure dolor in reprehenderit in voluptate velit.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03 · SOLUÇÃO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Proposta de solução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194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Previsão D+1 e D+7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Volume de incidentes por prioridade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F7F7F7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880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Projeção de KPI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0" y="2880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Risco de perda de OLA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370332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Detector de cascata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Previne incidentes graves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4389120"/>
            <a:ext cx="7772400" cy="548640"/>
          </a:xfrm>
          <a:prstGeom prst="roundRect">
            <a:avLst>
              <a:gd name="adj" fmla="val 13333"/>
            </a:avLst>
          </a:prstGeom>
          <a:solidFill>
            <a:srgbClr val="EFF6FF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4389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Morning briefing automático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65760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Resumo diário gerado por IA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347472" cy="3474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8680" y="274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3A3A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04 · IMPACTO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Antes vs depois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2194560"/>
            <a:ext cx="3749040" cy="2560320"/>
          </a:xfrm>
          <a:prstGeom prst="roundRect">
            <a:avLst>
              <a:gd name="adj" fmla="val 3571"/>
            </a:avLst>
          </a:prstGeom>
          <a:solidFill>
            <a:srgbClr val="F7F7F7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Sem o Cronos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Incidente acontece → equipe reage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Gestor descobre quando já estourou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85800" y="37033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Equipes sem saber o que vem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4160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OLAs estouram por falta de preparo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480560" y="2194560"/>
            <a:ext cx="420624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/>
        </p:spPr>
      </p:sp>
      <p:sp>
        <p:nvSpPr>
          <p:cNvPr id="13" name="Text 10"/>
          <p:cNvSpPr/>
          <p:nvPr/>
        </p:nvSpPr>
        <p:spPr>
          <a:xfrm>
            <a:off x="470916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Com o Cronos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09160" y="27889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 avisa → equipe se prepara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709160" y="3246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Gestor vê riscos antes do problema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70916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Equipes alocadas com base em previsão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709160" y="4160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OLAs protegidos pela antecipação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10972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19202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Cronos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28600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300" kern="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VEJA ANTES. AJA ANTES.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228600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37373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Ana Beatriz · Hygor · Igor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22860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Super Data Bros · 2TSCOA · FIAP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Cronos — Template</dc:title>
  <dc:subject>PptxGenJS Presentation</dc:subject>
  <dc:creator>Super Data Bros</dc:creator>
  <cp:lastModifiedBy>Super Data Bros</cp:lastModifiedBy>
  <cp:revision>1</cp:revision>
  <dcterms:created xsi:type="dcterms:W3CDTF">2026-04-10T00:24:00Z</dcterms:created>
  <dcterms:modified xsi:type="dcterms:W3CDTF">2026-04-10T00:24:00Z</dcterms:modified>
</cp:coreProperties>
</file>